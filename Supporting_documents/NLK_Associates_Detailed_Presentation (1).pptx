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NLK Associates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Detailed Legal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Digitize Litigation and Non-Litigation legal workflows.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Dashboard, Litigation, Non-Litigation, TSR, VET, CTC, AI Drafting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Admin, Staff, Senior Advocate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Legal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Bank → NLK → Assign → Search → Draft → Approval → Share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Litigation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Case tracking, hearings, status management, document uploads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Non-Litigation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Property verification, conveyancing, agreements, TSR reports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ChatGPT-based TSR draft generation from uploaded documents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Upload, preview, search, filter, archive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Approval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Draft sharing and approval by senior advocate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Users, Cases, Documents, Reports, Logs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Role-based access, encrypted storage, audit logs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HTML, CSS, JS, React, Node/Python/PHP, MySQL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OCR, Mobile App, Email Automation, E-sign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 digital legal workflow automation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 Shared Workflow Structure</a:t>
            </a:r>
          </a:p>
        </p:txBody>
      </p:sp>
      <p:pic>
        <p:nvPicPr>
          <p:cNvPr id="3" name="Picture 2" descr="IMG_20260513_101426217_D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6400800" cy="8821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